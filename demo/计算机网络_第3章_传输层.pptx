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计算机网络 · 第 3 章 传输层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期末复习课件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传输层概述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传输层是指为两台主机中的应用进程提供端到端通信服务的层次。</a:t>
            </a:r>
          </a:p>
          <a:p>
            <a:pPr>
              <a:defRPr sz="2000"/>
            </a:pPr>
            <a:r>
              <a:t>端到端通信是指数据从发送方进程直接送到接收方进程，中间网络不拆开看。</a:t>
            </a:r>
          </a:p>
          <a:p>
            <a:pPr>
              <a:defRPr sz="2000"/>
            </a:pPr>
            <a:r>
              <a:t>本章重点：端口、UDP、TCP、拥塞控制。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计算机网络 · 第 3 章 传输层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端口与套接字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端口是指传输层用来标识应用进程的 16 位编号。</a:t>
            </a:r>
          </a:p>
          <a:p>
            <a:pPr>
              <a:defRPr sz="2000"/>
            </a:pPr>
            <a:r>
              <a:t>端口号范围是 0 ~ 65535。</a:t>
            </a:r>
          </a:p>
          <a:p>
            <a:pPr>
              <a:defRPr sz="2000"/>
            </a:pPr>
            <a:r>
              <a:t>套接字是指 IP 地址与端口号的组合。</a:t>
            </a:r>
          </a:p>
          <a:p>
            <a:pPr>
              <a:defRPr sz="2000"/>
            </a:pPr>
            <a:r>
              <a:t>注意区分：端口标识进程，IP 地址标识主机。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计算机网络 · 第 3 章 传输层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UDP 协议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UDP 是一种无连接的传输层协议。</a:t>
            </a:r>
          </a:p>
          <a:p>
            <a:pPr>
              <a:defRPr sz="2000"/>
            </a:pPr>
            <a:r>
              <a:t>UDP 的特点是开销小、时延低，但不保证可靠交付。</a:t>
            </a:r>
          </a:p>
          <a:p>
            <a:pPr>
              <a:defRPr sz="2000"/>
            </a:pPr>
            <a:r>
              <a:t>常见错误：把 UDP 当成可靠传输协议，这是典型易错点。</a:t>
            </a:r>
          </a:p>
          <a:p>
            <a:pPr>
              <a:defRPr sz="2000"/>
            </a:pPr>
            <a:r>
              <a:t>因此 UDP 适合实时音视频这类能容忍少量丢包的场景。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计算机网络 · 第 3 章 传输层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3.4 TCP 协议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TCP 是一种面向连接的、提供可靠交付的传输层协议。</a:t>
            </a:r>
          </a:p>
          <a:p>
            <a:pPr>
              <a:defRPr sz="2000"/>
            </a:pPr>
            <a:r>
              <a:t>TCP 通过序号、确认、重传三项机制实现可靠传输。</a:t>
            </a:r>
          </a:p>
          <a:p>
            <a:pPr>
              <a:defRPr sz="2000"/>
            </a:pPr>
            <a:r>
              <a:t>TCP 建立连接需要三次握手，释放连接需要四次挥手。</a:t>
            </a:r>
          </a:p>
          <a:p>
            <a:pPr>
              <a:defRPr sz="2000"/>
            </a:pPr>
            <a:r>
              <a:t>为什么 TCP 建立连接需要三次握手？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计算机网络 · 第 3 章 传输层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3.5 传输效率计算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吞吐量 = 窗口大小 / 往返时间 RTT</a:t>
            </a:r>
          </a:p>
          <a:p>
            <a:pPr>
              <a:defRPr sz="2000"/>
            </a:pPr>
            <a:r>
              <a:t>信道利用率 U = 吞吐量 / 带宽</a:t>
            </a:r>
          </a:p>
          <a:p>
            <a:pPr>
              <a:defRPr sz="2000"/>
            </a:pPr>
            <a:r>
              <a:t>结论：窗口越大吞吐量越高，但受网络拥塞限制。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计算机网络 · 第 3 章 传输层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3.6 拥塞控制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拥塞控制是指防止过多数据注入网络、导致网络性能下降的机制。</a:t>
            </a:r>
          </a:p>
          <a:p>
            <a:pPr>
              <a:defRPr sz="2000"/>
            </a:pPr>
            <a:r>
              <a:t>慢开始阶段，拥塞窗口从 1 开始按指数增长。</a:t>
            </a:r>
          </a:p>
          <a:p>
            <a:pPr>
              <a:defRPr sz="2000"/>
            </a:pPr>
            <a:r>
              <a:t>到达慢开始门限后进入拥塞避免，改为线性增长。</a:t>
            </a:r>
          </a:p>
          <a:p>
            <a:pPr>
              <a:defRPr sz="2000"/>
            </a:pPr>
            <a:r>
              <a:t>结论：因此拥塞控制是站在网络整体角度考虑问题。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计算机网络 · 第 3 章 传输层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3.7 易错点提醒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易错点：流量控制是端到端的，拥塞控制面向整个网络，两者不要混淆。</a:t>
            </a:r>
          </a:p>
          <a:p>
            <a:pPr>
              <a:defRPr sz="2000"/>
            </a:pPr>
            <a:r>
              <a:t>注意区分：流量控制靠接收窗口，拥塞控制靠拥塞窗口。</a:t>
            </a:r>
          </a:p>
          <a:p>
            <a:pPr>
              <a:defRPr sz="2000"/>
            </a:pPr>
            <a:r>
              <a:t>了解内容：TCP 选项字段的扩展用法属于选学，考试一般不考。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计算机网络 · 第 3 章 传输层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本章思考题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简述 TCP 与 UDP 的主要区别。</a:t>
            </a:r>
          </a:p>
          <a:p>
            <a:pPr>
              <a:defRPr sz="2000"/>
            </a:pPr>
            <a:r>
              <a:t>试述 TCP 三次握手的完整过程。</a:t>
            </a:r>
          </a:p>
          <a:p>
            <a:pPr>
              <a:defRPr sz="2000"/>
            </a:pPr>
            <a:r>
              <a:t>说明滑动窗口协议的作用与实现步骤。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计算机网络 · 第 3 章 传输层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本章小结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传输层的核心是端到端通信、端口寻址与可靠传输。</a:t>
            </a:r>
          </a:p>
          <a:p>
            <a:pPr>
              <a:defRPr sz="2000"/>
            </a:pPr>
            <a:r>
              <a:t>重点掌握：端到端通信、端口、UDP、TCP、拥塞控制。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计算机网络 · 第 3 章 传输层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谢谢观看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